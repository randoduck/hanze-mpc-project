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40" r:id="rId5"/>
    <p:sldId id="341" r:id="rId6"/>
    <p:sldId id="343" r:id="rId7"/>
    <p:sldId id="356" r:id="rId8"/>
    <p:sldId id="357" r:id="rId9"/>
    <p:sldId id="363" r:id="rId10"/>
    <p:sldId id="364" r:id="rId11"/>
    <p:sldId id="358" r:id="rId12"/>
    <p:sldId id="359" r:id="rId13"/>
    <p:sldId id="360" r:id="rId14"/>
    <p:sldId id="361" r:id="rId15"/>
    <p:sldId id="362" r:id="rId16"/>
    <p:sldId id="35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406202-B6D5-AD15-8A6B-C2106B69D1C8}" v="75" dt="2026-03-25T04:41:11.780"/>
    <p1510:client id="{B5EDB7C4-58FF-CEB1-846F-5A42B924DFA9}" v="899" dt="2026-03-25T05:32:39.729"/>
  </p1510:revLst>
</p1510:revInfo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VISHAL KUMAR - 124155446 - MITMPL" userId="S::vishal.mitmpl2024@learner.manipal.edu::d406d004-d36f-4335-8b77-6eea7cf6c88e" providerId="AD" clId="Web-{26406202-B6D5-AD15-8A6B-C2106B69D1C8}"/>
    <pc:docChg chg="addSld modSld sldOrd">
      <pc:chgData name="M VISHAL KUMAR - 124155446 - MITMPL" userId="S::vishal.mitmpl2024@learner.manipal.edu::d406d004-d36f-4335-8b77-6eea7cf6c88e" providerId="AD" clId="Web-{26406202-B6D5-AD15-8A6B-C2106B69D1C8}" dt="2026-03-25T04:41:11.780" v="73" actId="20577"/>
      <pc:docMkLst>
        <pc:docMk/>
      </pc:docMkLst>
      <pc:sldChg chg="modSp">
        <pc:chgData name="M VISHAL KUMAR - 124155446 - MITMPL" userId="S::vishal.mitmpl2024@learner.manipal.edu::d406d004-d36f-4335-8b77-6eea7cf6c88e" providerId="AD" clId="Web-{26406202-B6D5-AD15-8A6B-C2106B69D1C8}" dt="2026-03-25T04:31:39.590" v="8" actId="20577"/>
        <pc:sldMkLst>
          <pc:docMk/>
          <pc:sldMk cId="431835888" sldId="340"/>
        </pc:sldMkLst>
        <pc:spChg chg="mod">
          <ac:chgData name="M VISHAL KUMAR - 124155446 - MITMPL" userId="S::vishal.mitmpl2024@learner.manipal.edu::d406d004-d36f-4335-8b77-6eea7cf6c88e" providerId="AD" clId="Web-{26406202-B6D5-AD15-8A6B-C2106B69D1C8}" dt="2026-03-25T04:31:39.590" v="8" actId="20577"/>
          <ac:spMkLst>
            <pc:docMk/>
            <pc:sldMk cId="431835888" sldId="340"/>
            <ac:spMk id="2" creationId="{9AA762A4-2E4B-23FB-9F8B-D54C0F90A08A}"/>
          </ac:spMkLst>
        </pc:spChg>
      </pc:sldChg>
      <pc:sldChg chg="modSp">
        <pc:chgData name="M VISHAL KUMAR - 124155446 - MITMPL" userId="S::vishal.mitmpl2024@learner.manipal.edu::d406d004-d36f-4335-8b77-6eea7cf6c88e" providerId="AD" clId="Web-{26406202-B6D5-AD15-8A6B-C2106B69D1C8}" dt="2026-03-25T04:32:18.341" v="49" actId="20577"/>
        <pc:sldMkLst>
          <pc:docMk/>
          <pc:sldMk cId="909924710" sldId="341"/>
        </pc:sldMkLst>
        <pc:spChg chg="mod">
          <ac:chgData name="M VISHAL KUMAR - 124155446 - MITMPL" userId="S::vishal.mitmpl2024@learner.manipal.edu::d406d004-d36f-4335-8b77-6eea7cf6c88e" providerId="AD" clId="Web-{26406202-B6D5-AD15-8A6B-C2106B69D1C8}" dt="2026-03-25T04:32:18.341" v="49" actId="20577"/>
          <ac:spMkLst>
            <pc:docMk/>
            <pc:sldMk cId="909924710" sldId="341"/>
            <ac:spMk id="3" creationId="{39A25282-EE8D-71BA-6317-EECFE33238DC}"/>
          </ac:spMkLst>
        </pc:spChg>
      </pc:sldChg>
      <pc:sldChg chg="modSp ord">
        <pc:chgData name="M VISHAL KUMAR - 124155446 - MITMPL" userId="S::vishal.mitmpl2024@learner.manipal.edu::d406d004-d36f-4335-8b77-6eea7cf6c88e" providerId="AD" clId="Web-{26406202-B6D5-AD15-8A6B-C2106B69D1C8}" dt="2026-03-25T04:40:41.777" v="58" actId="20577"/>
        <pc:sldMkLst>
          <pc:docMk/>
          <pc:sldMk cId="959076531" sldId="343"/>
        </pc:sldMkLst>
        <pc:spChg chg="mod">
          <ac:chgData name="M VISHAL KUMAR - 124155446 - MITMPL" userId="S::vishal.mitmpl2024@learner.manipal.edu::d406d004-d36f-4335-8b77-6eea7cf6c88e" providerId="AD" clId="Web-{26406202-B6D5-AD15-8A6B-C2106B69D1C8}" dt="2026-03-25T04:37:11.252" v="56" actId="20577"/>
          <ac:spMkLst>
            <pc:docMk/>
            <pc:sldMk cId="959076531" sldId="343"/>
            <ac:spMk id="2" creationId="{798ECDD0-17F6-3312-AE6D-F7EB95E46C02}"/>
          </ac:spMkLst>
        </pc:spChg>
        <pc:spChg chg="mod">
          <ac:chgData name="M VISHAL KUMAR - 124155446 - MITMPL" userId="S::vishal.mitmpl2024@learner.manipal.edu::d406d004-d36f-4335-8b77-6eea7cf6c88e" providerId="AD" clId="Web-{26406202-B6D5-AD15-8A6B-C2106B69D1C8}" dt="2026-03-25T04:40:41.777" v="58" actId="20577"/>
          <ac:spMkLst>
            <pc:docMk/>
            <pc:sldMk cId="959076531" sldId="343"/>
            <ac:spMk id="3" creationId="{EB336AA5-9DDA-DA9A-5469-6885A5A84D1D}"/>
          </ac:spMkLst>
        </pc:spChg>
      </pc:sldChg>
      <pc:sldChg chg="addSp delSp modSp ord">
        <pc:chgData name="M VISHAL KUMAR - 124155446 - MITMPL" userId="S::vishal.mitmpl2024@learner.manipal.edu::d406d004-d36f-4335-8b77-6eea7cf6c88e" providerId="AD" clId="Web-{26406202-B6D5-AD15-8A6B-C2106B69D1C8}" dt="2026-03-25T04:40:55.950" v="60"/>
        <pc:sldMkLst>
          <pc:docMk/>
          <pc:sldMk cId="3937483142" sldId="344"/>
        </pc:sldMkLst>
        <pc:spChg chg="add mod">
          <ac:chgData name="M VISHAL KUMAR - 124155446 - MITMPL" userId="S::vishal.mitmpl2024@learner.manipal.edu::d406d004-d36f-4335-8b77-6eea7cf6c88e" providerId="AD" clId="Web-{26406202-B6D5-AD15-8A6B-C2106B69D1C8}" dt="2026-03-25T04:40:55.950" v="60"/>
          <ac:spMkLst>
            <pc:docMk/>
            <pc:sldMk cId="3937483142" sldId="344"/>
            <ac:spMk id="3" creationId="{A3248124-E281-4817-0FC7-E0B1F536BD7B}"/>
          </ac:spMkLst>
        </pc:spChg>
        <pc:picChg chg="del">
          <ac:chgData name="M VISHAL KUMAR - 124155446 - MITMPL" userId="S::vishal.mitmpl2024@learner.manipal.edu::d406d004-d36f-4335-8b77-6eea7cf6c88e" providerId="AD" clId="Web-{26406202-B6D5-AD15-8A6B-C2106B69D1C8}" dt="2026-03-25T04:40:55.950" v="60"/>
          <ac:picMkLst>
            <pc:docMk/>
            <pc:sldMk cId="3937483142" sldId="344"/>
            <ac:picMk id="8" creationId="{8CCCEC06-31A4-216C-78F1-DF37E7A7CC34}"/>
          </ac:picMkLst>
        </pc:picChg>
      </pc:sldChg>
      <pc:sldChg chg="modSp new">
        <pc:chgData name="M VISHAL KUMAR - 124155446 - MITMPL" userId="S::vishal.mitmpl2024@learner.manipal.edu::d406d004-d36f-4335-8b77-6eea7cf6c88e" providerId="AD" clId="Web-{26406202-B6D5-AD15-8A6B-C2106B69D1C8}" dt="2026-03-25T04:41:11.780" v="73" actId="20577"/>
        <pc:sldMkLst>
          <pc:docMk/>
          <pc:sldMk cId="3126521726" sldId="356"/>
        </pc:sldMkLst>
        <pc:spChg chg="mod">
          <ac:chgData name="M VISHAL KUMAR - 124155446 - MITMPL" userId="S::vishal.mitmpl2024@learner.manipal.edu::d406d004-d36f-4335-8b77-6eea7cf6c88e" providerId="AD" clId="Web-{26406202-B6D5-AD15-8A6B-C2106B69D1C8}" dt="2026-03-25T04:41:11.780" v="73" actId="20577"/>
          <ac:spMkLst>
            <pc:docMk/>
            <pc:sldMk cId="3126521726" sldId="356"/>
            <ac:spMk id="2" creationId="{F052A710-5956-7504-CE34-B2C13BCE08F8}"/>
          </ac:spMkLst>
        </pc:spChg>
      </pc:sldChg>
    </pc:docChg>
  </pc:docChgLst>
  <pc:docChgLst>
    <pc:chgData name="M VISHAL KUMAR - 124155446 - MITMPL" userId="S::vishal.mitmpl2024@learner.manipal.edu::d406d004-d36f-4335-8b77-6eea7cf6c88e" providerId="AD" clId="Web-{B5EDB7C4-58FF-CEB1-846F-5A42B924DFA9}"/>
    <pc:docChg chg="addSld delSld modSld sldOrd">
      <pc:chgData name="M VISHAL KUMAR - 124155446 - MITMPL" userId="S::vishal.mitmpl2024@learner.manipal.edu::d406d004-d36f-4335-8b77-6eea7cf6c88e" providerId="AD" clId="Web-{B5EDB7C4-58FF-CEB1-846F-5A42B924DFA9}" dt="2026-03-25T05:32:39.729" v="713" actId="1076"/>
      <pc:docMkLst>
        <pc:docMk/>
      </pc:docMkLst>
      <pc:sldChg chg="modSp">
        <pc:chgData name="M VISHAL KUMAR - 124155446 - MITMPL" userId="S::vishal.mitmpl2024@learner.manipal.edu::d406d004-d36f-4335-8b77-6eea7cf6c88e" providerId="AD" clId="Web-{B5EDB7C4-58FF-CEB1-846F-5A42B924DFA9}" dt="2026-03-25T04:58:47.285" v="4" actId="20577"/>
        <pc:sldMkLst>
          <pc:docMk/>
          <pc:sldMk cId="909924710" sldId="341"/>
        </pc:sldMkLst>
        <pc:spChg chg="mod">
          <ac:chgData name="M VISHAL KUMAR - 124155446 - MITMPL" userId="S::vishal.mitmpl2024@learner.manipal.edu::d406d004-d36f-4335-8b77-6eea7cf6c88e" providerId="AD" clId="Web-{B5EDB7C4-58FF-CEB1-846F-5A42B924DFA9}" dt="2026-03-25T04:58:47.285" v="4" actId="20577"/>
          <ac:spMkLst>
            <pc:docMk/>
            <pc:sldMk cId="909924710" sldId="341"/>
            <ac:spMk id="3" creationId="{39A25282-EE8D-71BA-6317-EECFE33238DC}"/>
          </ac:spMkLst>
        </pc:spChg>
      </pc:sldChg>
      <pc:sldChg chg="del">
        <pc:chgData name="M VISHAL KUMAR - 124155446 - MITMPL" userId="S::vishal.mitmpl2024@learner.manipal.edu::d406d004-d36f-4335-8b77-6eea7cf6c88e" providerId="AD" clId="Web-{B5EDB7C4-58FF-CEB1-846F-5A42B924DFA9}" dt="2026-03-25T05:27:41.372" v="700"/>
        <pc:sldMkLst>
          <pc:docMk/>
          <pc:sldMk cId="1173936384" sldId="342"/>
        </pc:sldMkLst>
      </pc:sldChg>
      <pc:sldChg chg="modSp">
        <pc:chgData name="M VISHAL KUMAR - 124155446 - MITMPL" userId="S::vishal.mitmpl2024@learner.manipal.edu::d406d004-d36f-4335-8b77-6eea7cf6c88e" providerId="AD" clId="Web-{B5EDB7C4-58FF-CEB1-846F-5A42B924DFA9}" dt="2026-03-25T05:15:50.304" v="532" actId="20577"/>
        <pc:sldMkLst>
          <pc:docMk/>
          <pc:sldMk cId="959076531" sldId="343"/>
        </pc:sldMkLst>
        <pc:spChg chg="mod">
          <ac:chgData name="M VISHAL KUMAR - 124155446 - MITMPL" userId="S::vishal.mitmpl2024@learner.manipal.edu::d406d004-d36f-4335-8b77-6eea7cf6c88e" providerId="AD" clId="Web-{B5EDB7C4-58FF-CEB1-846F-5A42B924DFA9}" dt="2026-03-25T05:15:50.304" v="532" actId="20577"/>
          <ac:spMkLst>
            <pc:docMk/>
            <pc:sldMk cId="959076531" sldId="343"/>
            <ac:spMk id="3" creationId="{EB336AA5-9DDA-DA9A-5469-6885A5A84D1D}"/>
          </ac:spMkLst>
        </pc:spChg>
      </pc:sldChg>
      <pc:sldChg chg="del">
        <pc:chgData name="M VISHAL KUMAR - 124155446 - MITMPL" userId="S::vishal.mitmpl2024@learner.manipal.edu::d406d004-d36f-4335-8b77-6eea7cf6c88e" providerId="AD" clId="Web-{B5EDB7C4-58FF-CEB1-846F-5A42B924DFA9}" dt="2026-03-25T05:27:41.372" v="701"/>
        <pc:sldMkLst>
          <pc:docMk/>
          <pc:sldMk cId="3937483142" sldId="344"/>
        </pc:sldMkLst>
      </pc:sldChg>
      <pc:sldChg chg="del">
        <pc:chgData name="M VISHAL KUMAR - 124155446 - MITMPL" userId="S::vishal.mitmpl2024@learner.manipal.edu::d406d004-d36f-4335-8b77-6eea7cf6c88e" providerId="AD" clId="Web-{B5EDB7C4-58FF-CEB1-846F-5A42B924DFA9}" dt="2026-03-25T05:27:41.372" v="699"/>
        <pc:sldMkLst>
          <pc:docMk/>
          <pc:sldMk cId="4104434737" sldId="346"/>
        </pc:sldMkLst>
      </pc:sldChg>
      <pc:sldChg chg="del">
        <pc:chgData name="M VISHAL KUMAR - 124155446 - MITMPL" userId="S::vishal.mitmpl2024@learner.manipal.edu::d406d004-d36f-4335-8b77-6eea7cf6c88e" providerId="AD" clId="Web-{B5EDB7C4-58FF-CEB1-846F-5A42B924DFA9}" dt="2026-03-25T05:27:41.372" v="698"/>
        <pc:sldMkLst>
          <pc:docMk/>
          <pc:sldMk cId="1014413726" sldId="347"/>
        </pc:sldMkLst>
      </pc:sldChg>
      <pc:sldChg chg="del">
        <pc:chgData name="M VISHAL KUMAR - 124155446 - MITMPL" userId="S::vishal.mitmpl2024@learner.manipal.edu::d406d004-d36f-4335-8b77-6eea7cf6c88e" providerId="AD" clId="Web-{B5EDB7C4-58FF-CEB1-846F-5A42B924DFA9}" dt="2026-03-25T05:27:41.356" v="697"/>
        <pc:sldMkLst>
          <pc:docMk/>
          <pc:sldMk cId="3117802180" sldId="348"/>
        </pc:sldMkLst>
      </pc:sldChg>
      <pc:sldChg chg="del">
        <pc:chgData name="M VISHAL KUMAR - 124155446 - MITMPL" userId="S::vishal.mitmpl2024@learner.manipal.edu::d406d004-d36f-4335-8b77-6eea7cf6c88e" providerId="AD" clId="Web-{B5EDB7C4-58FF-CEB1-846F-5A42B924DFA9}" dt="2026-03-25T05:27:41.356" v="696"/>
        <pc:sldMkLst>
          <pc:docMk/>
          <pc:sldMk cId="1722147624" sldId="350"/>
        </pc:sldMkLst>
      </pc:sldChg>
      <pc:sldChg chg="del">
        <pc:chgData name="M VISHAL KUMAR - 124155446 - MITMPL" userId="S::vishal.mitmpl2024@learner.manipal.edu::d406d004-d36f-4335-8b77-6eea7cf6c88e" providerId="AD" clId="Web-{B5EDB7C4-58FF-CEB1-846F-5A42B924DFA9}" dt="2026-03-25T05:27:41.356" v="695"/>
        <pc:sldMkLst>
          <pc:docMk/>
          <pc:sldMk cId="2610945053" sldId="351"/>
        </pc:sldMkLst>
      </pc:sldChg>
      <pc:sldChg chg="del">
        <pc:chgData name="M VISHAL KUMAR - 124155446 - MITMPL" userId="S::vishal.mitmpl2024@learner.manipal.edu::d406d004-d36f-4335-8b77-6eea7cf6c88e" providerId="AD" clId="Web-{B5EDB7C4-58FF-CEB1-846F-5A42B924DFA9}" dt="2026-03-25T05:27:41.356" v="694"/>
        <pc:sldMkLst>
          <pc:docMk/>
          <pc:sldMk cId="3000970981" sldId="352"/>
        </pc:sldMkLst>
      </pc:sldChg>
      <pc:sldChg chg="del">
        <pc:chgData name="M VISHAL KUMAR - 124155446 - MITMPL" userId="S::vishal.mitmpl2024@learner.manipal.edu::d406d004-d36f-4335-8b77-6eea7cf6c88e" providerId="AD" clId="Web-{B5EDB7C4-58FF-CEB1-846F-5A42B924DFA9}" dt="2026-03-25T05:27:41.356" v="693"/>
        <pc:sldMkLst>
          <pc:docMk/>
          <pc:sldMk cId="3802808557" sldId="353"/>
        </pc:sldMkLst>
      </pc:sldChg>
      <pc:sldChg chg="del">
        <pc:chgData name="M VISHAL KUMAR - 124155446 - MITMPL" userId="S::vishal.mitmpl2024@learner.manipal.edu::d406d004-d36f-4335-8b77-6eea7cf6c88e" providerId="AD" clId="Web-{B5EDB7C4-58FF-CEB1-846F-5A42B924DFA9}" dt="2026-03-25T05:27:41.356" v="692"/>
        <pc:sldMkLst>
          <pc:docMk/>
          <pc:sldMk cId="3119354052" sldId="354"/>
        </pc:sldMkLst>
      </pc:sldChg>
      <pc:sldChg chg="modSp">
        <pc:chgData name="M VISHAL KUMAR - 124155446 - MITMPL" userId="S::vishal.mitmpl2024@learner.manipal.edu::d406d004-d36f-4335-8b77-6eea7cf6c88e" providerId="AD" clId="Web-{B5EDB7C4-58FF-CEB1-846F-5A42B924DFA9}" dt="2026-03-25T05:27:45.481" v="702" actId="20577"/>
        <pc:sldMkLst>
          <pc:docMk/>
          <pc:sldMk cId="3663657925" sldId="355"/>
        </pc:sldMkLst>
        <pc:spChg chg="mod">
          <ac:chgData name="M VISHAL KUMAR - 124155446 - MITMPL" userId="S::vishal.mitmpl2024@learner.manipal.edu::d406d004-d36f-4335-8b77-6eea7cf6c88e" providerId="AD" clId="Web-{B5EDB7C4-58FF-CEB1-846F-5A42B924DFA9}" dt="2026-03-25T05:27:45.481" v="702" actId="20577"/>
          <ac:spMkLst>
            <pc:docMk/>
            <pc:sldMk cId="3663657925" sldId="355"/>
            <ac:spMk id="3" creationId="{411A2349-EF0B-F33D-13F9-826241461648}"/>
          </ac:spMkLst>
        </pc:spChg>
      </pc:sldChg>
      <pc:sldChg chg="modSp">
        <pc:chgData name="M VISHAL KUMAR - 124155446 - MITMPL" userId="S::vishal.mitmpl2024@learner.manipal.edu::d406d004-d36f-4335-8b77-6eea7cf6c88e" providerId="AD" clId="Web-{B5EDB7C4-58FF-CEB1-846F-5A42B924DFA9}" dt="2026-03-25T05:00:06.164" v="20" actId="20577"/>
        <pc:sldMkLst>
          <pc:docMk/>
          <pc:sldMk cId="3126521726" sldId="356"/>
        </pc:sldMkLst>
        <pc:spChg chg="mod">
          <ac:chgData name="M VISHAL KUMAR - 124155446 - MITMPL" userId="S::vishal.mitmpl2024@learner.manipal.edu::d406d004-d36f-4335-8b77-6eea7cf6c88e" providerId="AD" clId="Web-{B5EDB7C4-58FF-CEB1-846F-5A42B924DFA9}" dt="2026-03-25T05:00:06.164" v="20" actId="20577"/>
          <ac:spMkLst>
            <pc:docMk/>
            <pc:sldMk cId="3126521726" sldId="356"/>
            <ac:spMk id="3" creationId="{DF45A881-60EC-9F9A-3DE9-71631892F14C}"/>
          </ac:spMkLst>
        </pc:spChg>
      </pc:sldChg>
      <pc:sldChg chg="modSp new ord">
        <pc:chgData name="M VISHAL KUMAR - 124155446 - MITMPL" userId="S::vishal.mitmpl2024@learner.manipal.edu::d406d004-d36f-4335-8b77-6eea7cf6c88e" providerId="AD" clId="Web-{B5EDB7C4-58FF-CEB1-846F-5A42B924DFA9}" dt="2026-03-25T05:27:23.856" v="691"/>
        <pc:sldMkLst>
          <pc:docMk/>
          <pc:sldMk cId="2951044054" sldId="357"/>
        </pc:sldMkLst>
        <pc:spChg chg="mod">
          <ac:chgData name="M VISHAL KUMAR - 124155446 - MITMPL" userId="S::vishal.mitmpl2024@learner.manipal.edu::d406d004-d36f-4335-8b77-6eea7cf6c88e" providerId="AD" clId="Web-{B5EDB7C4-58FF-CEB1-846F-5A42B924DFA9}" dt="2026-03-25T05:17:57.483" v="590" actId="20577"/>
          <ac:spMkLst>
            <pc:docMk/>
            <pc:sldMk cId="2951044054" sldId="357"/>
            <ac:spMk id="2" creationId="{42FCA156-AE65-A593-F809-70940844D48F}"/>
          </ac:spMkLst>
        </pc:spChg>
        <pc:spChg chg="mod">
          <ac:chgData name="M VISHAL KUMAR - 124155446 - MITMPL" userId="S::vishal.mitmpl2024@learner.manipal.edu::d406d004-d36f-4335-8b77-6eea7cf6c88e" providerId="AD" clId="Web-{B5EDB7C4-58FF-CEB1-846F-5A42B924DFA9}" dt="2026-03-25T05:17:36.169" v="563" actId="20577"/>
          <ac:spMkLst>
            <pc:docMk/>
            <pc:sldMk cId="2951044054" sldId="357"/>
            <ac:spMk id="3" creationId="{04B72CCF-0EBB-5039-57F5-F3C7CF14A1C2}"/>
          </ac:spMkLst>
        </pc:spChg>
      </pc:sldChg>
      <pc:sldChg chg="addSp delSp modSp new">
        <pc:chgData name="M VISHAL KUMAR - 124155446 - MITMPL" userId="S::vishal.mitmpl2024@learner.manipal.edu::d406d004-d36f-4335-8b77-6eea7cf6c88e" providerId="AD" clId="Web-{B5EDB7C4-58FF-CEB1-846F-5A42B924DFA9}" dt="2026-03-25T05:25:02.697" v="690"/>
        <pc:sldMkLst>
          <pc:docMk/>
          <pc:sldMk cId="1047979056" sldId="358"/>
        </pc:sldMkLst>
        <pc:spChg chg="mod">
          <ac:chgData name="M VISHAL KUMAR - 124155446 - MITMPL" userId="S::vishal.mitmpl2024@learner.manipal.edu::d406d004-d36f-4335-8b77-6eea7cf6c88e" providerId="AD" clId="Web-{B5EDB7C4-58FF-CEB1-846F-5A42B924DFA9}" dt="2026-03-25T05:24:53.260" v="670" actId="1076"/>
          <ac:spMkLst>
            <pc:docMk/>
            <pc:sldMk cId="1047979056" sldId="358"/>
            <ac:spMk id="2" creationId="{84163638-63EB-AD44-6DFE-3D0B62EC57EF}"/>
          </ac:spMkLst>
        </pc:spChg>
        <pc:spChg chg="del">
          <ac:chgData name="M VISHAL KUMAR - 124155446 - MITMPL" userId="S::vishal.mitmpl2024@learner.manipal.edu::d406d004-d36f-4335-8b77-6eea7cf6c88e" providerId="AD" clId="Web-{B5EDB7C4-58FF-CEB1-846F-5A42B924DFA9}" dt="2026-03-25T05:02:53.186" v="26"/>
          <ac:spMkLst>
            <pc:docMk/>
            <pc:sldMk cId="1047979056" sldId="358"/>
            <ac:spMk id="3" creationId="{DEFF85CE-386D-E089-5A40-F3D8C4E7D0BA}"/>
          </ac:spMkLst>
        </pc:spChg>
        <pc:graphicFrameChg chg="add mod ord modGraphic">
          <ac:chgData name="M VISHAL KUMAR - 124155446 - MITMPL" userId="S::vishal.mitmpl2024@learner.manipal.edu::d406d004-d36f-4335-8b77-6eea7cf6c88e" providerId="AD" clId="Web-{B5EDB7C4-58FF-CEB1-846F-5A42B924DFA9}" dt="2026-03-25T05:25:02.697" v="690"/>
          <ac:graphicFrameMkLst>
            <pc:docMk/>
            <pc:sldMk cId="1047979056" sldId="358"/>
            <ac:graphicFrameMk id="5" creationId="{5587F2D9-1114-280E-5A80-B3B076A0A7FF}"/>
          </ac:graphicFrameMkLst>
        </pc:graphicFrameChg>
      </pc:sldChg>
      <pc:sldChg chg="addSp delSp modSp add replId">
        <pc:chgData name="M VISHAL KUMAR - 124155446 - MITMPL" userId="S::vishal.mitmpl2024@learner.manipal.edu::d406d004-d36f-4335-8b77-6eea7cf6c88e" providerId="AD" clId="Web-{B5EDB7C4-58FF-CEB1-846F-5A42B924DFA9}" dt="2026-03-25T05:08:57.944" v="430"/>
        <pc:sldMkLst>
          <pc:docMk/>
          <pc:sldMk cId="3324696524" sldId="359"/>
        </pc:sldMkLst>
        <pc:spChg chg="del mod">
          <ac:chgData name="M VISHAL KUMAR - 124155446 - MITMPL" userId="S::vishal.mitmpl2024@learner.manipal.edu::d406d004-d36f-4335-8b77-6eea7cf6c88e" providerId="AD" clId="Web-{B5EDB7C4-58FF-CEB1-846F-5A42B924DFA9}" dt="2026-03-25T05:06:56.864" v="173"/>
          <ac:spMkLst>
            <pc:docMk/>
            <pc:sldMk cId="3324696524" sldId="359"/>
            <ac:spMk id="2" creationId="{F492A6CF-CBB6-BEF3-DF69-146BD0468584}"/>
          </ac:spMkLst>
        </pc:spChg>
        <pc:spChg chg="add del mod">
          <ac:chgData name="M VISHAL KUMAR - 124155446 - MITMPL" userId="S::vishal.mitmpl2024@learner.manipal.edu::d406d004-d36f-4335-8b77-6eea7cf6c88e" providerId="AD" clId="Web-{B5EDB7C4-58FF-CEB1-846F-5A42B924DFA9}" dt="2026-03-25T05:04:25.924" v="35"/>
          <ac:spMkLst>
            <pc:docMk/>
            <pc:sldMk cId="3324696524" sldId="359"/>
            <ac:spMk id="4" creationId="{333E67A0-BBB6-129B-7C1A-CD10FBC71703}"/>
          </ac:spMkLst>
        </pc:spChg>
        <pc:spChg chg="add del mod">
          <ac:chgData name="M VISHAL KUMAR - 124155446 - MITMPL" userId="S::vishal.mitmpl2024@learner.manipal.edu::d406d004-d36f-4335-8b77-6eea7cf6c88e" providerId="AD" clId="Web-{B5EDB7C4-58FF-CEB1-846F-5A42B924DFA9}" dt="2026-03-25T05:07:03.020" v="175"/>
          <ac:spMkLst>
            <pc:docMk/>
            <pc:sldMk cId="3324696524" sldId="359"/>
            <ac:spMk id="9" creationId="{82FF00CA-5725-BF38-3B9A-135321E3C6EF}"/>
          </ac:spMkLst>
        </pc:spChg>
        <pc:graphicFrameChg chg="del">
          <ac:chgData name="M VISHAL KUMAR - 124155446 - MITMPL" userId="S::vishal.mitmpl2024@learner.manipal.edu::d406d004-d36f-4335-8b77-6eea7cf6c88e" providerId="AD" clId="Web-{B5EDB7C4-58FF-CEB1-846F-5A42B924DFA9}" dt="2026-03-25T05:04:23.970" v="34"/>
          <ac:graphicFrameMkLst>
            <pc:docMk/>
            <pc:sldMk cId="3324696524" sldId="359"/>
            <ac:graphicFrameMk id="5" creationId="{C7A4CDC4-77CC-6CC8-DAF0-E8B455CA83E0}"/>
          </ac:graphicFrameMkLst>
        </pc:graphicFrameChg>
        <pc:graphicFrameChg chg="add mod ord modGraphic">
          <ac:chgData name="M VISHAL KUMAR - 124155446 - MITMPL" userId="S::vishal.mitmpl2024@learner.manipal.edu::d406d004-d36f-4335-8b77-6eea7cf6c88e" providerId="AD" clId="Web-{B5EDB7C4-58FF-CEB1-846F-5A42B924DFA9}" dt="2026-03-25T05:08:57.944" v="430"/>
          <ac:graphicFrameMkLst>
            <pc:docMk/>
            <pc:sldMk cId="3324696524" sldId="359"/>
            <ac:graphicFrameMk id="7" creationId="{19D78ADE-82D0-BF5B-8EDE-1C6B466E1397}"/>
          </ac:graphicFrameMkLst>
        </pc:graphicFrameChg>
      </pc:sldChg>
      <pc:sldChg chg="addSp delSp modSp new">
        <pc:chgData name="M VISHAL KUMAR - 124155446 - MITMPL" userId="S::vishal.mitmpl2024@learner.manipal.edu::d406d004-d36f-4335-8b77-6eea7cf6c88e" providerId="AD" clId="Web-{B5EDB7C4-58FF-CEB1-846F-5A42B924DFA9}" dt="2026-03-25T05:08:23.287" v="328"/>
        <pc:sldMkLst>
          <pc:docMk/>
          <pc:sldMk cId="4211230760" sldId="360"/>
        </pc:sldMkLst>
        <pc:spChg chg="del">
          <ac:chgData name="M VISHAL KUMAR - 124155446 - MITMPL" userId="S::vishal.mitmpl2024@learner.manipal.edu::d406d004-d36f-4335-8b77-6eea7cf6c88e" providerId="AD" clId="Web-{B5EDB7C4-58FF-CEB1-846F-5A42B924DFA9}" dt="2026-03-25T05:07:14.177" v="177"/>
          <ac:spMkLst>
            <pc:docMk/>
            <pc:sldMk cId="4211230760" sldId="360"/>
            <ac:spMk id="2" creationId="{5C1BB446-C5C7-001B-DC3B-29FA380E8027}"/>
          </ac:spMkLst>
        </pc:spChg>
        <pc:spChg chg="del">
          <ac:chgData name="M VISHAL KUMAR - 124155446 - MITMPL" userId="S::vishal.mitmpl2024@learner.manipal.edu::d406d004-d36f-4335-8b77-6eea7cf6c88e" providerId="AD" clId="Web-{B5EDB7C4-58FF-CEB1-846F-5A42B924DFA9}" dt="2026-03-25T05:04:55.861" v="38"/>
          <ac:spMkLst>
            <pc:docMk/>
            <pc:sldMk cId="4211230760" sldId="360"/>
            <ac:spMk id="3" creationId="{4D570EAA-9B81-D1FB-2EF4-4A37FF73536D}"/>
          </ac:spMkLst>
        </pc:spChg>
        <pc:graphicFrameChg chg="add mod ord modGraphic">
          <ac:chgData name="M VISHAL KUMAR - 124155446 - MITMPL" userId="S::vishal.mitmpl2024@learner.manipal.edu::d406d004-d36f-4335-8b77-6eea7cf6c88e" providerId="AD" clId="Web-{B5EDB7C4-58FF-CEB1-846F-5A42B924DFA9}" dt="2026-03-25T05:08:23.287" v="328"/>
          <ac:graphicFrameMkLst>
            <pc:docMk/>
            <pc:sldMk cId="4211230760" sldId="360"/>
            <ac:graphicFrameMk id="5" creationId="{6633F990-2A29-F0AC-10D6-5FDF2563D58E}"/>
          </ac:graphicFrameMkLst>
        </pc:graphicFrameChg>
      </pc:sldChg>
      <pc:sldChg chg="addSp delSp modSp new">
        <pc:chgData name="M VISHAL KUMAR - 124155446 - MITMPL" userId="S::vishal.mitmpl2024@learner.manipal.edu::d406d004-d36f-4335-8b77-6eea7cf6c88e" providerId="AD" clId="Web-{B5EDB7C4-58FF-CEB1-846F-5A42B924DFA9}" dt="2026-03-25T05:08:14.772" v="287"/>
        <pc:sldMkLst>
          <pc:docMk/>
          <pc:sldMk cId="3662008805" sldId="361"/>
        </pc:sldMkLst>
        <pc:spChg chg="del">
          <ac:chgData name="M VISHAL KUMAR - 124155446 - MITMPL" userId="S::vishal.mitmpl2024@learner.manipal.edu::d406d004-d36f-4335-8b77-6eea7cf6c88e" providerId="AD" clId="Web-{B5EDB7C4-58FF-CEB1-846F-5A42B924DFA9}" dt="2026-03-25T05:07:25.177" v="180"/>
          <ac:spMkLst>
            <pc:docMk/>
            <pc:sldMk cId="3662008805" sldId="361"/>
            <ac:spMk id="2" creationId="{68821EB6-6051-850F-EA12-87F95A918338}"/>
          </ac:spMkLst>
        </pc:spChg>
        <pc:spChg chg="del">
          <ac:chgData name="M VISHAL KUMAR - 124155446 - MITMPL" userId="S::vishal.mitmpl2024@learner.manipal.edu::d406d004-d36f-4335-8b77-6eea7cf6c88e" providerId="AD" clId="Web-{B5EDB7C4-58FF-CEB1-846F-5A42B924DFA9}" dt="2026-03-25T05:05:17.362" v="41"/>
          <ac:spMkLst>
            <pc:docMk/>
            <pc:sldMk cId="3662008805" sldId="361"/>
            <ac:spMk id="3" creationId="{35124116-A3E3-3E15-CC49-35B80F868A30}"/>
          </ac:spMkLst>
        </pc:spChg>
        <pc:graphicFrameChg chg="add mod ord modGraphic">
          <ac:chgData name="M VISHAL KUMAR - 124155446 - MITMPL" userId="S::vishal.mitmpl2024@learner.manipal.edu::d406d004-d36f-4335-8b77-6eea7cf6c88e" providerId="AD" clId="Web-{B5EDB7C4-58FF-CEB1-846F-5A42B924DFA9}" dt="2026-03-25T05:08:14.772" v="287"/>
          <ac:graphicFrameMkLst>
            <pc:docMk/>
            <pc:sldMk cId="3662008805" sldId="361"/>
            <ac:graphicFrameMk id="5" creationId="{C2BBB2CD-6A4D-4D4E-F301-43DD582B711C}"/>
          </ac:graphicFrameMkLst>
        </pc:graphicFrameChg>
      </pc:sldChg>
      <pc:sldChg chg="addSp delSp modSp new">
        <pc:chgData name="M VISHAL KUMAR - 124155446 - MITMPL" userId="S::vishal.mitmpl2024@learner.manipal.edu::d406d004-d36f-4335-8b77-6eea7cf6c88e" providerId="AD" clId="Web-{B5EDB7C4-58FF-CEB1-846F-5A42B924DFA9}" dt="2026-03-25T05:08:07.209" v="238"/>
        <pc:sldMkLst>
          <pc:docMk/>
          <pc:sldMk cId="3889696047" sldId="362"/>
        </pc:sldMkLst>
        <pc:spChg chg="del">
          <ac:chgData name="M VISHAL KUMAR - 124155446 - MITMPL" userId="S::vishal.mitmpl2024@learner.manipal.edu::d406d004-d36f-4335-8b77-6eea7cf6c88e" providerId="AD" clId="Web-{B5EDB7C4-58FF-CEB1-846F-5A42B924DFA9}" dt="2026-03-25T05:07:49.287" v="183"/>
          <ac:spMkLst>
            <pc:docMk/>
            <pc:sldMk cId="3889696047" sldId="362"/>
            <ac:spMk id="2" creationId="{5C9EF50A-8539-53DD-81E1-7035C0CE9BAD}"/>
          </ac:spMkLst>
        </pc:spChg>
        <pc:spChg chg="del">
          <ac:chgData name="M VISHAL KUMAR - 124155446 - MITMPL" userId="S::vishal.mitmpl2024@learner.manipal.edu::d406d004-d36f-4335-8b77-6eea7cf6c88e" providerId="AD" clId="Web-{B5EDB7C4-58FF-CEB1-846F-5A42B924DFA9}" dt="2026-03-25T05:05:47.160" v="44"/>
          <ac:spMkLst>
            <pc:docMk/>
            <pc:sldMk cId="3889696047" sldId="362"/>
            <ac:spMk id="3" creationId="{3832AD4D-9278-8D0A-0041-DD5C75FF3F9F}"/>
          </ac:spMkLst>
        </pc:spChg>
        <pc:graphicFrameChg chg="add mod ord modGraphic">
          <ac:chgData name="M VISHAL KUMAR - 124155446 - MITMPL" userId="S::vishal.mitmpl2024@learner.manipal.edu::d406d004-d36f-4335-8b77-6eea7cf6c88e" providerId="AD" clId="Web-{B5EDB7C4-58FF-CEB1-846F-5A42B924DFA9}" dt="2026-03-25T05:08:07.209" v="238"/>
          <ac:graphicFrameMkLst>
            <pc:docMk/>
            <pc:sldMk cId="3889696047" sldId="362"/>
            <ac:graphicFrameMk id="5" creationId="{53DDCECE-E11B-3ED8-F0F6-73022FA31E58}"/>
          </ac:graphicFrameMkLst>
        </pc:graphicFrameChg>
      </pc:sldChg>
      <pc:sldChg chg="addSp delSp modSp new ord">
        <pc:chgData name="M VISHAL KUMAR - 124155446 - MITMPL" userId="S::vishal.mitmpl2024@learner.manipal.edu::d406d004-d36f-4335-8b77-6eea7cf6c88e" providerId="AD" clId="Web-{B5EDB7C4-58FF-CEB1-846F-5A42B924DFA9}" dt="2026-03-25T05:32:39.729" v="713" actId="1076"/>
        <pc:sldMkLst>
          <pc:docMk/>
          <pc:sldMk cId="869110653" sldId="363"/>
        </pc:sldMkLst>
        <pc:spChg chg="del">
          <ac:chgData name="M VISHAL KUMAR - 124155446 - MITMPL" userId="S::vishal.mitmpl2024@learner.manipal.edu::d406d004-d36f-4335-8b77-6eea7cf6c88e" providerId="AD" clId="Web-{B5EDB7C4-58FF-CEB1-846F-5A42B924DFA9}" dt="2026-03-25T05:20:09.425" v="593"/>
          <ac:spMkLst>
            <pc:docMk/>
            <pc:sldMk cId="869110653" sldId="363"/>
            <ac:spMk id="2" creationId="{9D85F7A1-2A47-91A2-003F-30028A559374}"/>
          </ac:spMkLst>
        </pc:spChg>
        <pc:spChg chg="add del mod">
          <ac:chgData name="M VISHAL KUMAR - 124155446 - MITMPL" userId="S::vishal.mitmpl2024@learner.manipal.edu::d406d004-d36f-4335-8b77-6eea7cf6c88e" providerId="AD" clId="Web-{B5EDB7C4-58FF-CEB1-846F-5A42B924DFA9}" dt="2026-03-25T05:20:44.348" v="597"/>
          <ac:spMkLst>
            <pc:docMk/>
            <pc:sldMk cId="869110653" sldId="363"/>
            <ac:spMk id="3" creationId="{EF8ED51B-25DA-BD36-BC57-921DE5D8160B}"/>
          </ac:spMkLst>
        </pc:spChg>
        <pc:spChg chg="add mod">
          <ac:chgData name="M VISHAL KUMAR - 124155446 - MITMPL" userId="S::vishal.mitmpl2024@learner.manipal.edu::d406d004-d36f-4335-8b77-6eea7cf6c88e" providerId="AD" clId="Web-{B5EDB7C4-58FF-CEB1-846F-5A42B924DFA9}" dt="2026-03-25T05:21:14.349" v="606" actId="20577"/>
          <ac:spMkLst>
            <pc:docMk/>
            <pc:sldMk cId="869110653" sldId="363"/>
            <ac:spMk id="4" creationId="{B4EDE629-530E-7112-8A70-C758C9334F2E}"/>
          </ac:spMkLst>
        </pc:spChg>
        <pc:spChg chg="add mod">
          <ac:chgData name="M VISHAL KUMAR - 124155446 - MITMPL" userId="S::vishal.mitmpl2024@learner.manipal.edu::d406d004-d36f-4335-8b77-6eea7cf6c88e" providerId="AD" clId="Web-{B5EDB7C4-58FF-CEB1-846F-5A42B924DFA9}" dt="2026-03-25T05:21:45.162" v="615" actId="1076"/>
          <ac:spMkLst>
            <pc:docMk/>
            <pc:sldMk cId="869110653" sldId="363"/>
            <ac:spMk id="5" creationId="{94CF9684-A832-84DE-D8B6-CB6D6178D1A9}"/>
          </ac:spMkLst>
        </pc:spChg>
        <pc:spChg chg="add mod">
          <ac:chgData name="M VISHAL KUMAR - 124155446 - MITMPL" userId="S::vishal.mitmpl2024@learner.manipal.edu::d406d004-d36f-4335-8b77-6eea7cf6c88e" providerId="AD" clId="Web-{B5EDB7C4-58FF-CEB1-846F-5A42B924DFA9}" dt="2026-03-25T05:22:42.210" v="630" actId="20577"/>
          <ac:spMkLst>
            <pc:docMk/>
            <pc:sldMk cId="869110653" sldId="363"/>
            <ac:spMk id="6" creationId="{F4DED1A9-0B84-0B39-41C8-E717F5D16DCC}"/>
          </ac:spMkLst>
        </pc:spChg>
        <pc:spChg chg="add mod">
          <ac:chgData name="M VISHAL KUMAR - 124155446 - MITMPL" userId="S::vishal.mitmpl2024@learner.manipal.edu::d406d004-d36f-4335-8b77-6eea7cf6c88e" providerId="AD" clId="Web-{B5EDB7C4-58FF-CEB1-846F-5A42B924DFA9}" dt="2026-03-25T05:23:03.382" v="637" actId="1076"/>
          <ac:spMkLst>
            <pc:docMk/>
            <pc:sldMk cId="869110653" sldId="363"/>
            <ac:spMk id="7" creationId="{0AF308F8-8D5A-3151-B157-5B55742CCC1F}"/>
          </ac:spMkLst>
        </pc:spChg>
        <pc:spChg chg="add mod">
          <ac:chgData name="M VISHAL KUMAR - 124155446 - MITMPL" userId="S::vishal.mitmpl2024@learner.manipal.edu::d406d004-d36f-4335-8b77-6eea7cf6c88e" providerId="AD" clId="Web-{B5EDB7C4-58FF-CEB1-846F-5A42B924DFA9}" dt="2026-03-25T05:32:39.729" v="713" actId="1076"/>
          <ac:spMkLst>
            <pc:docMk/>
            <pc:sldMk cId="869110653" sldId="363"/>
            <ac:spMk id="8" creationId="{F94FC504-9D8D-A63B-AC10-3C1793180A7A}"/>
          </ac:spMkLst>
        </pc:spChg>
      </pc:sldChg>
      <pc:sldChg chg="addSp delSp modSp new">
        <pc:chgData name="M VISHAL KUMAR - 124155446 - MITMPL" userId="S::vishal.mitmpl2024@learner.manipal.edu::d406d004-d36f-4335-8b77-6eea7cf6c88e" providerId="AD" clId="Web-{B5EDB7C4-58FF-CEB1-846F-5A42B924DFA9}" dt="2026-03-25T05:24:31.181" v="658" actId="1076"/>
        <pc:sldMkLst>
          <pc:docMk/>
          <pc:sldMk cId="1984061825" sldId="364"/>
        </pc:sldMkLst>
        <pc:spChg chg="del">
          <ac:chgData name="M VISHAL KUMAR - 124155446 - MITMPL" userId="S::vishal.mitmpl2024@learner.manipal.edu::d406d004-d36f-4335-8b77-6eea7cf6c88e" providerId="AD" clId="Web-{B5EDB7C4-58FF-CEB1-846F-5A42B924DFA9}" dt="2026-03-25T05:23:19.492" v="639"/>
          <ac:spMkLst>
            <pc:docMk/>
            <pc:sldMk cId="1984061825" sldId="364"/>
            <ac:spMk id="2" creationId="{8A9AA9E7-8431-EA68-C0C4-60C6959B7BD4}"/>
          </ac:spMkLst>
        </pc:spChg>
        <pc:spChg chg="del">
          <ac:chgData name="M VISHAL KUMAR - 124155446 - MITMPL" userId="S::vishal.mitmpl2024@learner.manipal.edu::d406d004-d36f-4335-8b77-6eea7cf6c88e" providerId="AD" clId="Web-{B5EDB7C4-58FF-CEB1-846F-5A42B924DFA9}" dt="2026-03-25T05:23:21.195" v="640"/>
          <ac:spMkLst>
            <pc:docMk/>
            <pc:sldMk cId="1984061825" sldId="364"/>
            <ac:spMk id="3" creationId="{8B44216E-491F-979D-0956-A2B8400031CD}"/>
          </ac:spMkLst>
        </pc:spChg>
        <pc:spChg chg="add mod">
          <ac:chgData name="M VISHAL KUMAR - 124155446 - MITMPL" userId="S::vishal.mitmpl2024@learner.manipal.edu::d406d004-d36f-4335-8b77-6eea7cf6c88e" providerId="AD" clId="Web-{B5EDB7C4-58FF-CEB1-846F-5A42B924DFA9}" dt="2026-03-25T05:23:51.352" v="647" actId="1076"/>
          <ac:spMkLst>
            <pc:docMk/>
            <pc:sldMk cId="1984061825" sldId="364"/>
            <ac:spMk id="4" creationId="{96B591E0-8FDD-53CC-F035-1EAA22E76694}"/>
          </ac:spMkLst>
        </pc:spChg>
        <pc:spChg chg="add del mod">
          <ac:chgData name="M VISHAL KUMAR - 124155446 - MITMPL" userId="S::vishal.mitmpl2024@learner.manipal.edu::d406d004-d36f-4335-8b77-6eea7cf6c88e" providerId="AD" clId="Web-{B5EDB7C4-58FF-CEB1-846F-5A42B924DFA9}" dt="2026-03-25T05:24:08.181" v="651"/>
          <ac:spMkLst>
            <pc:docMk/>
            <pc:sldMk cId="1984061825" sldId="364"/>
            <ac:spMk id="5" creationId="{BDABC6BF-7664-697A-D7C7-87D14D5D6745}"/>
          </ac:spMkLst>
        </pc:spChg>
        <pc:spChg chg="add mod">
          <ac:chgData name="M VISHAL KUMAR - 124155446 - MITMPL" userId="S::vishal.mitmpl2024@learner.manipal.edu::d406d004-d36f-4335-8b77-6eea7cf6c88e" providerId="AD" clId="Web-{B5EDB7C4-58FF-CEB1-846F-5A42B924DFA9}" dt="2026-03-25T05:24:31.181" v="658" actId="1076"/>
          <ac:spMkLst>
            <pc:docMk/>
            <pc:sldMk cId="1984061825" sldId="364"/>
            <ac:spMk id="6" creationId="{AE70A26F-7A51-9689-A3D2-507DF53E464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3046"/>
            <a:ext cx="10571998" cy="3366198"/>
          </a:xfrm>
        </p:spPr>
        <p:txBody>
          <a:bodyPr/>
          <a:lstStyle/>
          <a:p>
            <a:r>
              <a:rPr lang="en-US"/>
              <a:t>Hanze Project 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7740-ED88-9F6A-89FF-4B0DFAAC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55443" y="924512"/>
            <a:ext cx="4750904" cy="5008977"/>
          </a:xfrm>
        </p:spPr>
        <p:txBody>
          <a:bodyPr/>
          <a:lstStyle/>
          <a:p>
            <a:r>
              <a:rPr lang="en-US"/>
              <a:t>Overview of the trace of </a:t>
            </a:r>
            <a:r>
              <a:rPr lang="en-US" err="1"/>
              <a:t>MPyC</a:t>
            </a:r>
            <a:r>
              <a:rPr lang="en-US"/>
              <a:t> library</a:t>
            </a:r>
          </a:p>
          <a:p>
            <a:r>
              <a:rPr lang="en-US"/>
              <a:t>Segregating the core functions 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err="1"/>
              <a:t>MPyC</a:t>
            </a:r>
            <a:r>
              <a:rPr lang="en-US"/>
              <a:t> 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6AA5-9DDA-DA9A-5469-6885A5A84D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684373" cy="5009322"/>
          </a:xfrm>
        </p:spPr>
        <p:txBody>
          <a:bodyPr>
            <a:normAutofit fontScale="92500" lnSpcReduction="20000"/>
          </a:bodyPr>
          <a:lstStyle/>
          <a:p>
            <a:r>
              <a:rPr lang="en-US" b="1">
                <a:ea typeface="+mn-lt"/>
                <a:cs typeface="+mn-lt"/>
              </a:rPr>
              <a:t>Objective:</a:t>
            </a:r>
            <a:r>
              <a:rPr lang="en-US">
                <a:ea typeface="+mn-lt"/>
                <a:cs typeface="+mn-lt"/>
              </a:rPr>
              <a:t> Move beyond the complete </a:t>
            </a:r>
            <a:r>
              <a:rPr lang="en-US" err="1">
                <a:ea typeface="+mn-lt"/>
                <a:cs typeface="+mn-lt"/>
              </a:rPr>
              <a:t>MPyC</a:t>
            </a:r>
            <a:r>
              <a:rPr lang="en-US">
                <a:ea typeface="+mn-lt"/>
                <a:cs typeface="+mn-lt"/>
              </a:rPr>
              <a:t> package to identify the exact subset of functions required for our smart meter computations.</a:t>
            </a:r>
            <a:endParaRPr lang="en-US"/>
          </a:p>
          <a:p>
            <a:pPr lvl="0"/>
            <a:endParaRPr lang="en-US" noProof="0"/>
          </a:p>
          <a:p>
            <a:r>
              <a:rPr lang="en-US">
                <a:ea typeface="+mn-lt"/>
                <a:cs typeface="+mn-lt"/>
              </a:rPr>
              <a:t>Total functions in </a:t>
            </a:r>
            <a:r>
              <a:rPr lang="en-US" err="1">
                <a:ea typeface="+mn-lt"/>
                <a:cs typeface="+mn-lt"/>
              </a:rPr>
              <a:t>MPyC</a:t>
            </a:r>
            <a:r>
              <a:rPr lang="en-US">
                <a:ea typeface="+mn-lt"/>
                <a:cs typeface="+mn-lt"/>
              </a:rPr>
              <a:t>: 139 </a:t>
            </a:r>
          </a:p>
          <a:p>
            <a:r>
              <a:rPr lang="en-US"/>
              <a:t>Functions to be used in this project : ~55</a:t>
            </a:r>
          </a:p>
          <a:p>
            <a:endParaRPr lang="en-US"/>
          </a:p>
          <a:p>
            <a:r>
              <a:rPr lang="en-US" err="1">
                <a:ea typeface="+mn-lt"/>
                <a:cs typeface="+mn-lt"/>
              </a:rPr>
              <a:t>mpyc.runtime</a:t>
            </a:r>
            <a:r>
              <a:rPr lang="en-US">
                <a:ea typeface="+mn-lt"/>
                <a:cs typeface="+mn-lt"/>
              </a:rPr>
              <a:t>: 3 functions</a:t>
            </a:r>
          </a:p>
          <a:p>
            <a:r>
              <a:rPr lang="en-US" err="1">
                <a:ea typeface="+mn-lt"/>
                <a:cs typeface="+mn-lt"/>
              </a:rPr>
              <a:t>mpyc.sectypes</a:t>
            </a:r>
            <a:r>
              <a:rPr lang="en-US">
                <a:ea typeface="+mn-lt"/>
                <a:cs typeface="+mn-lt"/>
              </a:rPr>
              <a:t>: 7 functions</a:t>
            </a:r>
          </a:p>
          <a:p>
            <a:r>
              <a:rPr lang="en-US" err="1">
                <a:ea typeface="+mn-lt"/>
                <a:cs typeface="+mn-lt"/>
              </a:rPr>
              <a:t>mpyc.finfields</a:t>
            </a:r>
            <a:r>
              <a:rPr lang="en-US">
                <a:ea typeface="+mn-lt"/>
                <a:cs typeface="+mn-lt"/>
              </a:rPr>
              <a:t>: 4 functions</a:t>
            </a:r>
          </a:p>
          <a:p>
            <a:r>
              <a:rPr lang="en-US" err="1">
                <a:ea typeface="+mn-lt"/>
                <a:cs typeface="+mn-lt"/>
              </a:rPr>
              <a:t>mpyc.gmpy</a:t>
            </a:r>
            <a:r>
              <a:rPr lang="en-US">
                <a:ea typeface="+mn-lt"/>
                <a:cs typeface="+mn-lt"/>
              </a:rPr>
              <a:t>: 15 functions</a:t>
            </a:r>
          </a:p>
          <a:p>
            <a:r>
              <a:rPr lang="en-US" err="1">
                <a:ea typeface="+mn-lt"/>
                <a:cs typeface="+mn-lt"/>
              </a:rPr>
              <a:t>mpyc.thresha</a:t>
            </a:r>
            <a:r>
              <a:rPr lang="en-US">
                <a:ea typeface="+mn-lt"/>
                <a:cs typeface="+mn-lt"/>
              </a:rPr>
              <a:t>: 8 functions</a:t>
            </a:r>
          </a:p>
          <a:p>
            <a:r>
              <a:rPr lang="en-US" err="1">
                <a:ea typeface="+mn-lt"/>
                <a:cs typeface="+mn-lt"/>
              </a:rPr>
              <a:t>mpyc.asyncoro</a:t>
            </a:r>
            <a:r>
              <a:rPr lang="en-US">
                <a:ea typeface="+mn-lt"/>
                <a:cs typeface="+mn-lt"/>
              </a:rPr>
              <a:t>: 12 functions</a:t>
            </a:r>
          </a:p>
          <a:p>
            <a:r>
              <a:rPr lang="en-US"/>
              <a:t>&amp; other functions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2A710-5956-7504-CE34-B2C13BCE0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5A881-60EC-9F9A-3DE9-71631892F14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Built MPC-based simulation using </a:t>
            </a:r>
            <a:r>
              <a:rPr lang="en-US" b="1" err="1">
                <a:ea typeface="+mn-lt"/>
                <a:cs typeface="+mn-lt"/>
              </a:rPr>
              <a:t>MPyC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Implemented: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Secure input (</a:t>
            </a:r>
            <a:r>
              <a:rPr lang="en-US" err="1">
                <a:latin typeface="Consolas"/>
              </a:rPr>
              <a:t>mpc.input</a:t>
            </a:r>
            <a:r>
              <a:rPr lang="en-US">
                <a:ea typeface="+mn-lt"/>
                <a:cs typeface="+mn-lt"/>
              </a:rPr>
              <a:t>)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Secure computation (</a:t>
            </a:r>
            <a:r>
              <a:rPr lang="en-US">
                <a:latin typeface="Consolas"/>
              </a:rPr>
              <a:t>+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&gt;</a:t>
            </a:r>
            <a:r>
              <a:rPr lang="en-US">
                <a:ea typeface="+mn-lt"/>
                <a:cs typeface="+mn-lt"/>
              </a:rPr>
              <a:t>)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Controlled output (</a:t>
            </a:r>
            <a:r>
              <a:rPr lang="en-US" err="1">
                <a:latin typeface="Consolas"/>
              </a:rPr>
              <a:t>mpc.output</a:t>
            </a:r>
            <a:r>
              <a:rPr lang="en-US">
                <a:ea typeface="+mn-lt"/>
                <a:cs typeface="+mn-lt"/>
              </a:rPr>
              <a:t>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Example: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Secure energy aggregation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Grid overload detection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21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CA156-AE65-A593-F809-70940844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 involving meter data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72CCF-0EBB-5039-57F5-F3C7CF14A1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08911" y="924340"/>
            <a:ext cx="6222255" cy="500932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br>
              <a:rPr lang="en-US"/>
            </a:br>
            <a:endParaRPr lang="en-US"/>
          </a:p>
          <a:p>
            <a:pPr>
              <a:lnSpc>
                <a:spcPct val="130000"/>
              </a:lnSpc>
            </a:pPr>
            <a:r>
              <a:rPr lang="en-US"/>
              <a:t>    house_1 = </a:t>
            </a:r>
            <a:r>
              <a:rPr lang="en-US" err="1"/>
              <a:t>mpc.input</a:t>
            </a:r>
            <a:r>
              <a:rPr lang="en-US"/>
              <a:t>(</a:t>
            </a:r>
            <a:r>
              <a:rPr lang="en-US" err="1"/>
              <a:t>SecInt</a:t>
            </a:r>
            <a:r>
              <a:rPr lang="en-US"/>
              <a:t>(120), senders=0)  </a:t>
            </a:r>
          </a:p>
          <a:p>
            <a:pPr>
              <a:lnSpc>
                <a:spcPct val="130000"/>
              </a:lnSpc>
            </a:pPr>
            <a:r>
              <a:rPr lang="en-US"/>
              <a:t>    house_2 = </a:t>
            </a:r>
            <a:r>
              <a:rPr lang="en-US" err="1"/>
              <a:t>mpc.input</a:t>
            </a:r>
            <a:r>
              <a:rPr lang="en-US"/>
              <a:t>(</a:t>
            </a:r>
            <a:r>
              <a:rPr lang="en-US" err="1"/>
              <a:t>SecInt</a:t>
            </a:r>
            <a:r>
              <a:rPr lang="en-US"/>
              <a:t>(200), senders=0)</a:t>
            </a:r>
          </a:p>
          <a:p>
            <a:pPr>
              <a:lnSpc>
                <a:spcPct val="130000"/>
              </a:lnSpc>
            </a:pPr>
            <a:r>
              <a:rPr lang="en-US"/>
              <a:t>    house_3 = </a:t>
            </a:r>
            <a:r>
              <a:rPr lang="en-US" err="1"/>
              <a:t>mpc.input</a:t>
            </a:r>
            <a:r>
              <a:rPr lang="en-US"/>
              <a:t>(</a:t>
            </a:r>
            <a:r>
              <a:rPr lang="en-US" err="1"/>
              <a:t>SecInt</a:t>
            </a:r>
            <a:r>
              <a:rPr lang="en-US"/>
              <a:t>(150), senders=0)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r>
              <a:rPr lang="en-US"/>
              <a:t>    </a:t>
            </a:r>
            <a:r>
              <a:rPr lang="en-US" err="1"/>
              <a:t>total_usage</a:t>
            </a:r>
            <a:r>
              <a:rPr lang="en-US"/>
              <a:t> = house_1 + house_2 + house_3</a:t>
            </a:r>
          </a:p>
          <a:p>
            <a:pPr>
              <a:lnSpc>
                <a:spcPct val="130000"/>
              </a:lnSpc>
            </a:pPr>
            <a:r>
              <a:rPr lang="en-US"/>
              <a:t>   </a:t>
            </a:r>
          </a:p>
          <a:p>
            <a:pPr>
              <a:lnSpc>
                <a:spcPct val="130000"/>
              </a:lnSpc>
            </a:pPr>
            <a:r>
              <a:rPr lang="en-US"/>
              <a:t>    threshold = </a:t>
            </a:r>
            <a:r>
              <a:rPr lang="en-US" err="1"/>
              <a:t>SecInt</a:t>
            </a:r>
            <a:r>
              <a:rPr lang="en-US"/>
              <a:t>(400)</a:t>
            </a:r>
          </a:p>
          <a:p>
            <a:pPr>
              <a:lnSpc>
                <a:spcPct val="130000"/>
              </a:lnSpc>
            </a:pPr>
            <a:r>
              <a:rPr lang="en-US"/>
              <a:t>    overload = </a:t>
            </a:r>
            <a:r>
              <a:rPr lang="en-US" err="1"/>
              <a:t>total_usage</a:t>
            </a:r>
            <a:r>
              <a:rPr lang="en-US"/>
              <a:t> &gt; threshold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r>
              <a:rPr lang="en-US"/>
              <a:t>    </a:t>
            </a:r>
            <a:r>
              <a:rPr lang="en-US" err="1"/>
              <a:t>total_result</a:t>
            </a:r>
            <a:r>
              <a:rPr lang="en-US"/>
              <a:t> = await </a:t>
            </a:r>
            <a:r>
              <a:rPr lang="en-US" err="1"/>
              <a:t>mpc.output</a:t>
            </a:r>
            <a:r>
              <a:rPr lang="en-US"/>
              <a:t>(</a:t>
            </a:r>
            <a:r>
              <a:rPr lang="en-US" err="1"/>
              <a:t>total_usage</a:t>
            </a:r>
            <a:r>
              <a:rPr lang="en-US"/>
              <a:t>)</a:t>
            </a:r>
          </a:p>
          <a:p>
            <a:pPr>
              <a:lnSpc>
                <a:spcPct val="130000"/>
              </a:lnSpc>
            </a:pPr>
            <a:r>
              <a:rPr lang="en-US"/>
              <a:t>    </a:t>
            </a:r>
            <a:r>
              <a:rPr lang="en-US" err="1"/>
              <a:t>overload_result</a:t>
            </a:r>
            <a:r>
              <a:rPr lang="en-US"/>
              <a:t> = await </a:t>
            </a:r>
            <a:r>
              <a:rPr lang="en-US" err="1"/>
              <a:t>mpc.output</a:t>
            </a:r>
            <a:r>
              <a:rPr lang="en-US"/>
              <a:t>(overload)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30000"/>
              </a:lnSpc>
            </a:pPr>
            <a:r>
              <a:rPr lang="en-US"/>
              <a:t>    await </a:t>
            </a:r>
            <a:r>
              <a:rPr lang="en-US" err="1"/>
              <a:t>mpc.shutdown</a:t>
            </a:r>
            <a:r>
              <a:rPr lang="en-US"/>
              <a:t>()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44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EDE629-530E-7112-8A70-C758C9334F2E}"/>
              </a:ext>
            </a:extLst>
          </p:cNvPr>
          <p:cNvSpPr txBox="1"/>
          <p:nvPr/>
        </p:nvSpPr>
        <p:spPr>
          <a:xfrm>
            <a:off x="551130" y="727342"/>
            <a:ext cx="2743200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latin typeface="Century Gothic"/>
              </a:rPr>
              <a:t>mpyc.runtime</a:t>
            </a:r>
            <a:endParaRPr lang="en-US" b="1">
              <a:latin typeface="Century Gothic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start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threshold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input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_distribute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add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lt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sub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sgn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random_bits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prfs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_</a:t>
            </a:r>
            <a:r>
              <a:rPr lang="en-US" err="1">
                <a:ea typeface="+mn-lt"/>
                <a:cs typeface="+mn-lt"/>
              </a:rPr>
              <a:t>prss_uci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output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_random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_randoms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prod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_reshare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is_zero_public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shutdown</a:t>
            </a:r>
            <a:endParaRPr lang="en-US"/>
          </a:p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CF9684-A832-84DE-D8B6-CB6D6178D1A9}"/>
              </a:ext>
            </a:extLst>
          </p:cNvPr>
          <p:cNvSpPr txBox="1"/>
          <p:nvPr/>
        </p:nvSpPr>
        <p:spPr>
          <a:xfrm>
            <a:off x="3355193" y="725490"/>
            <a:ext cx="27432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latin typeface="Century Gothic"/>
              </a:rPr>
              <a:t>mpyc.sectypes</a:t>
            </a:r>
            <a:endParaRPr lang="en-US" b="1">
              <a:latin typeface="Century Gothic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SecInt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_</a:t>
            </a:r>
            <a:r>
              <a:rPr lang="en-US" err="1">
                <a:ea typeface="+mn-lt"/>
                <a:cs typeface="+mn-lt"/>
              </a:rPr>
              <a:t>SecInt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_</a:t>
            </a:r>
            <a:r>
              <a:rPr lang="en-US" err="1">
                <a:ea typeface="+mn-lt"/>
                <a:cs typeface="+mn-lt"/>
              </a:rPr>
              <a:t>pfield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init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add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_coerce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gt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sub</a:t>
            </a:r>
            <a:endParaRPr lang="en-US"/>
          </a:p>
          <a:p>
            <a:pPr algn="l"/>
            <a:endParaRPr lang="en-US">
              <a:latin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DED1A9-0B84-0B39-41C8-E717F5D16DCC}"/>
              </a:ext>
            </a:extLst>
          </p:cNvPr>
          <p:cNvSpPr txBox="1"/>
          <p:nvPr/>
        </p:nvSpPr>
        <p:spPr>
          <a:xfrm>
            <a:off x="5793208" y="723108"/>
            <a:ext cx="2743200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latin typeface="Century Gothic"/>
              </a:rPr>
              <a:t>mpyc.finfields</a:t>
            </a:r>
            <a:endParaRPr lang="en-US" b="1">
              <a:latin typeface="Century Gothic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GF 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pGF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arrayGF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init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to_bytes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from_bytes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add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sub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truediv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_reciprocal </a:t>
            </a:r>
          </a:p>
          <a:p>
            <a:pPr marL="285750" indent="-285750"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mul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_sqrt 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eq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rsub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ilshift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int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signed_ </a:t>
            </a:r>
          </a:p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F308F8-8D5A-3151-B157-5B55742CCC1F}"/>
              </a:ext>
            </a:extLst>
          </p:cNvPr>
          <p:cNvSpPr txBox="1"/>
          <p:nvPr/>
        </p:nvSpPr>
        <p:spPr>
          <a:xfrm>
            <a:off x="8547261" y="724960"/>
            <a:ext cx="274320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latin typeface="Century Gothic"/>
              </a:rPr>
              <a:t>mpyc.asyncoro</a:t>
            </a:r>
            <a:endParaRPr lang="en-US" b="1">
              <a:latin typeface="Century Gothic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typed_asyncoro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returnType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_</a:t>
            </a:r>
            <a:r>
              <a:rPr lang="en-US" err="1">
                <a:ea typeface="+mn-lt"/>
                <a:cs typeface="+mn-lt"/>
              </a:rPr>
              <a:t>nested_list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init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await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gather_shares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_</a:t>
            </a:r>
            <a:r>
              <a:rPr lang="en-US" err="1">
                <a:ea typeface="+mn-lt"/>
                <a:cs typeface="+mn-lt"/>
              </a:rPr>
              <a:t>get_results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__reconcile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set_share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&lt;lambda&gt;</a:t>
            </a:r>
            <a:endParaRPr lang="en-US"/>
          </a:p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FC504-9D8D-A63B-AC10-3C1793180A7A}"/>
              </a:ext>
            </a:extLst>
          </p:cNvPr>
          <p:cNvSpPr txBox="1"/>
          <p:nvPr/>
        </p:nvSpPr>
        <p:spPr>
          <a:xfrm>
            <a:off x="2675612" y="120650"/>
            <a:ext cx="62356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Module-wise Function Execution in </a:t>
            </a:r>
            <a:r>
              <a:rPr lang="en-US" sz="2000" b="1" err="1">
                <a:ea typeface="+mn-lt"/>
                <a:cs typeface="+mn-lt"/>
              </a:rPr>
              <a:t>MPyC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86911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B591E0-8FDD-53CC-F035-1EAA22E76694}"/>
              </a:ext>
            </a:extLst>
          </p:cNvPr>
          <p:cNvSpPr txBox="1"/>
          <p:nvPr/>
        </p:nvSpPr>
        <p:spPr>
          <a:xfrm>
            <a:off x="619525" y="673896"/>
            <a:ext cx="27432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latin typeface="Century Gothic"/>
              </a:rPr>
              <a:t>mpyc.gmpy</a:t>
            </a:r>
            <a:endParaRPr lang="en-US" b="1">
              <a:latin typeface="Century Gothic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prev_prime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is_prime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invert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powmod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70A26F-7A51-9689-A3D2-507DF53E4643}"/>
              </a:ext>
            </a:extLst>
          </p:cNvPr>
          <p:cNvSpPr txBox="1"/>
          <p:nvPr/>
        </p:nvSpPr>
        <p:spPr>
          <a:xfrm>
            <a:off x="3477827" y="668869"/>
            <a:ext cx="274320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latin typeface="Century Gothic"/>
              </a:rPr>
              <a:t>mpyc.thresha</a:t>
            </a:r>
            <a:endParaRPr lang="en-US" b="1">
              <a:latin typeface="Century Gothic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random_split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pseudorandom_share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_</a:t>
            </a:r>
            <a:r>
              <a:rPr lang="en-US" err="1">
                <a:ea typeface="+mn-lt"/>
                <a:cs typeface="+mn-lt"/>
              </a:rPr>
              <a:t>f_S_i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recombine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_</a:t>
            </a:r>
            <a:r>
              <a:rPr lang="en-US" err="1">
                <a:ea typeface="+mn-lt"/>
                <a:cs typeface="+mn-lt"/>
              </a:rPr>
              <a:t>recombination_vector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call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pseudorandom_share_zero</a:t>
            </a:r>
            <a:endParaRPr lang="en-US" err="1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61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63638-63EB-AD44-6DFE-3D0B62EC5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991" y="1"/>
            <a:ext cx="11139054" cy="1028699"/>
          </a:xfrm>
        </p:spPr>
        <p:txBody>
          <a:bodyPr/>
          <a:lstStyle/>
          <a:p>
            <a:r>
              <a:rPr lang="en-US"/>
              <a:t>Detailed description</a:t>
            </a:r>
          </a:p>
        </p:txBody>
      </p: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5587F2D9-1114-280E-5A80-B3B076A0A7FF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4107800426"/>
              </p:ext>
            </p:extLst>
          </p:nvPr>
        </p:nvGraphicFramePr>
        <p:xfrm>
          <a:off x="862852" y="1008529"/>
          <a:ext cx="10492067" cy="5546296"/>
        </p:xfrm>
        <a:graphic>
          <a:graphicData uri="http://schemas.openxmlformats.org/drawingml/2006/table">
            <a:tbl>
              <a:tblPr bandRow="1">
                <a:tableStyleId>{1E171933-4619-4E11-9A3F-F7608DF75F80}</a:tableStyleId>
              </a:tblPr>
              <a:tblGrid>
                <a:gridCol w="2605367">
                  <a:extLst>
                    <a:ext uri="{9D8B030D-6E8A-4147-A177-3AD203B41FA5}">
                      <a16:colId xmlns:a16="http://schemas.microsoft.com/office/drawing/2014/main" val="150892578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35013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875824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6129468"/>
                    </a:ext>
                  </a:extLst>
                </a:gridCol>
              </a:tblGrid>
              <a:tr h="517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S.No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Function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558249"/>
                  </a:ext>
                </a:extLst>
              </a:tr>
              <a:tr h="685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secure_energy_aggregation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Courier New"/>
                        </a:rPr>
                        <a:t>__main__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Main MPC protocol (smart meter simulation)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118056"/>
                  </a:ext>
                </a:extLst>
              </a:tr>
              <a:tr h="27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start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mpyc.</a:t>
                      </a:r>
                      <a:r>
                        <a:rPr lang="en-US" noProof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Initializes MPC 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600125"/>
                  </a:ext>
                </a:extLst>
              </a:tr>
              <a:tr h="478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SecInt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mpyc.sectypes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Defines secure integer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215190"/>
                  </a:ext>
                </a:extLst>
              </a:tr>
              <a:tr h="478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_</a:t>
                      </a: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SecInt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mpyc.sectypes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Internal secure integer constructor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793799"/>
                  </a:ext>
                </a:extLst>
              </a:tr>
              <a:tr h="27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_</a:t>
                      </a: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pfield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mpyc.sectypes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Creates finite 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518966"/>
                  </a:ext>
                </a:extLst>
              </a:tr>
              <a:tr h="478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find_prime_root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mpyc.finfields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Finds primitive root for 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476675"/>
                  </a:ext>
                </a:extLst>
              </a:tr>
              <a:tr h="27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prev_prime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mpyc.gmpy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Finds prime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31868"/>
                  </a:ext>
                </a:extLst>
              </a:tr>
              <a:tr h="27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is_prime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mpyc.gmpy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Checks primality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46787"/>
                  </a:ext>
                </a:extLst>
              </a:tr>
              <a:tr h="27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GF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mpyc.finfields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Galois Field 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399966"/>
                  </a:ext>
                </a:extLst>
              </a:tr>
              <a:tr h="27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pGF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mpyc.finfields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Prime field 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623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979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018B6-61B1-720E-E1F2-0071193B1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19D78ADE-82D0-BF5B-8EDE-1C6B466E1397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817110682"/>
              </p:ext>
            </p:extLst>
          </p:nvPr>
        </p:nvGraphicFramePr>
        <p:xfrm>
          <a:off x="658906" y="717550"/>
          <a:ext cx="10515599" cy="5412406"/>
        </p:xfrm>
        <a:graphic>
          <a:graphicData uri="http://schemas.openxmlformats.org/drawingml/2006/table">
            <a:tbl>
              <a:tblPr bandRow="1">
                <a:tableStyleId>{1E171933-4619-4E11-9A3F-F7608DF75F80}</a:tableStyleId>
              </a:tblPr>
              <a:tblGrid>
                <a:gridCol w="2611208">
                  <a:extLst>
                    <a:ext uri="{9D8B030D-6E8A-4147-A177-3AD203B41FA5}">
                      <a16:colId xmlns:a16="http://schemas.microsoft.com/office/drawing/2014/main" val="3212384098"/>
                    </a:ext>
                  </a:extLst>
                </a:gridCol>
                <a:gridCol w="2634797">
                  <a:extLst>
                    <a:ext uri="{9D8B030D-6E8A-4147-A177-3AD203B41FA5}">
                      <a16:colId xmlns:a16="http://schemas.microsoft.com/office/drawing/2014/main" val="1744209260"/>
                    </a:ext>
                  </a:extLst>
                </a:gridCol>
                <a:gridCol w="2634797">
                  <a:extLst>
                    <a:ext uri="{9D8B030D-6E8A-4147-A177-3AD203B41FA5}">
                      <a16:colId xmlns:a16="http://schemas.microsoft.com/office/drawing/2014/main" val="2531295759"/>
                    </a:ext>
                  </a:extLst>
                </a:gridCol>
                <a:gridCol w="2634797">
                  <a:extLst>
                    <a:ext uri="{9D8B030D-6E8A-4147-A177-3AD203B41FA5}">
                      <a16:colId xmlns:a16="http://schemas.microsoft.com/office/drawing/2014/main" val="439666090"/>
                    </a:ext>
                  </a:extLst>
                </a:gridCol>
              </a:tblGrid>
              <a:tr h="352977"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11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arrayGF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mpyc.finfields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Field array support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036200"/>
                  </a:ext>
                </a:extLst>
              </a:tr>
              <a:tr h="621925"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12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threshold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Threshold secret sharing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625972"/>
                  </a:ext>
                </a:extLst>
              </a:tr>
              <a:tr h="621925"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13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input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Secure input from parties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037894"/>
                  </a:ext>
                </a:extLst>
              </a:tr>
              <a:tr h="621925"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14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typed_asyncoro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mpyc.asyncoro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Async handling wrapper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484873"/>
                  </a:ext>
                </a:extLst>
              </a:tr>
              <a:tr h="621925"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15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_distribute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Distributes secret shares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858674"/>
                  </a:ext>
                </a:extLst>
              </a:tr>
              <a:tr h="621925"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16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returnType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mpyc.asyncoro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Handles async return types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498414"/>
                  </a:ext>
                </a:extLst>
              </a:tr>
              <a:tr h="352977"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17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_</a:t>
                      </a: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nested_list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mpyc.asyncoro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Data structuring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087498"/>
                  </a:ext>
                </a:extLst>
              </a:tr>
              <a:tr h="621925"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18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await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mpyc.asyncoro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Async execution control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36295"/>
                  </a:ext>
                </a:extLst>
              </a:tr>
              <a:tr h="621925"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19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gather_shares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mpyc.asyncoro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Collects distributed shares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330840"/>
                  </a:ext>
                </a:extLst>
              </a:tr>
              <a:tr h="352977"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20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_</a:t>
                      </a: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get_results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mpyc.asyncoro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/>
                        </a:rPr>
                        <a:t>Resolves async results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marL="51816" marR="51816" marT="25908" marB="259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92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696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6633F990-2A29-F0AC-10D6-5FDF2563D58E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2437747531"/>
              </p:ext>
            </p:extLst>
          </p:nvPr>
        </p:nvGraphicFramePr>
        <p:xfrm>
          <a:off x="838200" y="975285"/>
          <a:ext cx="10515600" cy="4916358"/>
        </p:xfrm>
        <a:graphic>
          <a:graphicData uri="http://schemas.openxmlformats.org/drawingml/2006/table">
            <a:tbl>
              <a:tblPr bandRow="1">
                <a:tableStyleId>{1E171933-4619-4E11-9A3F-F7608DF75F80}</a:tableStyleId>
              </a:tblPr>
              <a:tblGrid>
                <a:gridCol w="2611212">
                  <a:extLst>
                    <a:ext uri="{9D8B030D-6E8A-4147-A177-3AD203B41FA5}">
                      <a16:colId xmlns:a16="http://schemas.microsoft.com/office/drawing/2014/main" val="3633939910"/>
                    </a:ext>
                  </a:extLst>
                </a:gridCol>
                <a:gridCol w="2634796">
                  <a:extLst>
                    <a:ext uri="{9D8B030D-6E8A-4147-A177-3AD203B41FA5}">
                      <a16:colId xmlns:a16="http://schemas.microsoft.com/office/drawing/2014/main" val="641160474"/>
                    </a:ext>
                  </a:extLst>
                </a:gridCol>
                <a:gridCol w="2634796">
                  <a:extLst>
                    <a:ext uri="{9D8B030D-6E8A-4147-A177-3AD203B41FA5}">
                      <a16:colId xmlns:a16="http://schemas.microsoft.com/office/drawing/2014/main" val="1278697035"/>
                    </a:ext>
                  </a:extLst>
                </a:gridCol>
                <a:gridCol w="2634796">
                  <a:extLst>
                    <a:ext uri="{9D8B030D-6E8A-4147-A177-3AD203B41FA5}">
                      <a16:colId xmlns:a16="http://schemas.microsoft.com/office/drawing/2014/main" val="75163984"/>
                    </a:ext>
                  </a:extLst>
                </a:gridCol>
              </a:tblGrid>
              <a:tr h="751675"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21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random_split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mpyc.thresha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Splits secret into shares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799532"/>
                  </a:ext>
                </a:extLst>
              </a:tr>
              <a:tr h="426626"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22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to_bytes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mpyc.finfields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Serialization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92412"/>
                  </a:ext>
                </a:extLst>
              </a:tr>
              <a:tr h="426626"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23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from_bytes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mpyc.finfields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Deserialization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614520"/>
                  </a:ext>
                </a:extLst>
              </a:tr>
              <a:tr h="426626"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24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__reconcile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mpyc.asyncoro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Synchronization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038959"/>
                  </a:ext>
                </a:extLst>
              </a:tr>
              <a:tr h="426626"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25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set_share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mpyc.asyncoro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Assigns share values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257762"/>
                  </a:ext>
                </a:extLst>
              </a:tr>
              <a:tr h="426626"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26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add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mpyc.sectypes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Secure addition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392347"/>
                  </a:ext>
                </a:extLst>
              </a:tr>
              <a:tr h="426626"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27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_coerce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mpyc.sectypes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Type conversion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632413"/>
                  </a:ext>
                </a:extLst>
              </a:tr>
              <a:tr h="751675"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28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add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Secure addition operation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50981"/>
                  </a:ext>
                </a:extLst>
              </a:tr>
              <a:tr h="426626"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29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b="1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gt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mpyc.sectypes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Secure comparison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058339"/>
                  </a:ext>
                </a:extLst>
              </a:tr>
              <a:tr h="426626"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30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lt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5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Less-than operation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5470" marR="25470" marT="12735" marB="127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89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230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C2BBB2CD-6A4D-4D4E-F301-43DD582B711C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2126107988"/>
              </p:ext>
            </p:extLst>
          </p:nvPr>
        </p:nvGraphicFramePr>
        <p:xfrm>
          <a:off x="840441" y="470647"/>
          <a:ext cx="10515600" cy="5933378"/>
        </p:xfrm>
        <a:graphic>
          <a:graphicData uri="http://schemas.openxmlformats.org/drawingml/2006/table">
            <a:tbl>
              <a:tblPr bandRow="1">
                <a:tableStyleId>{1E171933-4619-4E11-9A3F-F7608DF75F80}</a:tableStyleId>
              </a:tblPr>
              <a:tblGrid>
                <a:gridCol w="2611212">
                  <a:extLst>
                    <a:ext uri="{9D8B030D-6E8A-4147-A177-3AD203B41FA5}">
                      <a16:colId xmlns:a16="http://schemas.microsoft.com/office/drawing/2014/main" val="1316284214"/>
                    </a:ext>
                  </a:extLst>
                </a:gridCol>
                <a:gridCol w="2634796">
                  <a:extLst>
                    <a:ext uri="{9D8B030D-6E8A-4147-A177-3AD203B41FA5}">
                      <a16:colId xmlns:a16="http://schemas.microsoft.com/office/drawing/2014/main" val="1908037813"/>
                    </a:ext>
                  </a:extLst>
                </a:gridCol>
                <a:gridCol w="2634796">
                  <a:extLst>
                    <a:ext uri="{9D8B030D-6E8A-4147-A177-3AD203B41FA5}">
                      <a16:colId xmlns:a16="http://schemas.microsoft.com/office/drawing/2014/main" val="1030771057"/>
                    </a:ext>
                  </a:extLst>
                </a:gridCol>
                <a:gridCol w="2634796">
                  <a:extLst>
                    <a:ext uri="{9D8B030D-6E8A-4147-A177-3AD203B41FA5}">
                      <a16:colId xmlns:a16="http://schemas.microsoft.com/office/drawing/2014/main" val="2495578837"/>
                    </a:ext>
                  </a:extLst>
                </a:gridCol>
              </a:tblGrid>
              <a:tr h="440113"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31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sub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mpyc.sectypes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Secure subtraction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370962"/>
                  </a:ext>
                </a:extLst>
              </a:tr>
              <a:tr h="440113"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32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sub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Subtraction operation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502821"/>
                  </a:ext>
                </a:extLst>
              </a:tr>
              <a:tr h="440113"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33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sgn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Sign computation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801054"/>
                  </a:ext>
                </a:extLst>
              </a:tr>
              <a:tr h="440113"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34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random_bits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Secure randomness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946558"/>
                  </a:ext>
                </a:extLst>
              </a:tr>
              <a:tr h="766124"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35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prfs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Pseudorandom functions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267537"/>
                  </a:ext>
                </a:extLst>
              </a:tr>
              <a:tr h="440113"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36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pseudorandom_share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mpyc.thresha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Share generation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72651"/>
                  </a:ext>
                </a:extLst>
              </a:tr>
              <a:tr h="440113"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37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recombine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mpyc.thresha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Reconstruct secret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354646"/>
                  </a:ext>
                </a:extLst>
              </a:tr>
              <a:tr h="766124"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38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_</a:t>
                      </a: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recombination_vector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mpyc.thresha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Reconstruction math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446211"/>
                  </a:ext>
                </a:extLst>
              </a:tr>
              <a:tr h="440113"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39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b="1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truediv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mpyc.finfields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Division in field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287540"/>
                  </a:ext>
                </a:extLst>
              </a:tr>
              <a:tr h="440113"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40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_reciprocal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mpyc.finfields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Multiplicative inverse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872140"/>
                  </a:ext>
                </a:extLst>
              </a:tr>
              <a:tr h="440113"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41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invert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mpyc.gmpy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Modular inverse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458378"/>
                  </a:ext>
                </a:extLst>
              </a:tr>
              <a:tr h="440113"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42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b="1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mul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mpyc.finfields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9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Multiplication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12516" marR="12516" marT="6258" marB="62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196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2008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53DDCECE-E11B-3ED8-F0F6-73022FA31E58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185674818"/>
              </p:ext>
            </p:extLst>
          </p:nvPr>
        </p:nvGraphicFramePr>
        <p:xfrm>
          <a:off x="838200" y="515844"/>
          <a:ext cx="10515600" cy="5687103"/>
        </p:xfrm>
        <a:graphic>
          <a:graphicData uri="http://schemas.openxmlformats.org/drawingml/2006/table">
            <a:tbl>
              <a:tblPr bandRow="1">
                <a:tableStyleId>{1E171933-4619-4E11-9A3F-F7608DF75F80}</a:tableStyleId>
              </a:tblPr>
              <a:tblGrid>
                <a:gridCol w="2611212">
                  <a:extLst>
                    <a:ext uri="{9D8B030D-6E8A-4147-A177-3AD203B41FA5}">
                      <a16:colId xmlns:a16="http://schemas.microsoft.com/office/drawing/2014/main" val="848082077"/>
                    </a:ext>
                  </a:extLst>
                </a:gridCol>
                <a:gridCol w="2634796">
                  <a:extLst>
                    <a:ext uri="{9D8B030D-6E8A-4147-A177-3AD203B41FA5}">
                      <a16:colId xmlns:a16="http://schemas.microsoft.com/office/drawing/2014/main" val="4000797501"/>
                    </a:ext>
                  </a:extLst>
                </a:gridCol>
                <a:gridCol w="2634796">
                  <a:extLst>
                    <a:ext uri="{9D8B030D-6E8A-4147-A177-3AD203B41FA5}">
                      <a16:colId xmlns:a16="http://schemas.microsoft.com/office/drawing/2014/main" val="4048965130"/>
                    </a:ext>
                  </a:extLst>
                </a:gridCol>
                <a:gridCol w="2634796">
                  <a:extLst>
                    <a:ext uri="{9D8B030D-6E8A-4147-A177-3AD203B41FA5}">
                      <a16:colId xmlns:a16="http://schemas.microsoft.com/office/drawing/2014/main" val="369488854"/>
                    </a:ext>
                  </a:extLst>
                </a:gridCol>
              </a:tblGrid>
              <a:tr h="689911"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43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pseudorandom_share_zero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mpyc.thresha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Zero-share generation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310130"/>
                  </a:ext>
                </a:extLst>
              </a:tr>
              <a:tr h="391571"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44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output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Reveals result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136907"/>
                  </a:ext>
                </a:extLst>
              </a:tr>
              <a:tr h="391571"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45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_sqrt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mpyc.finfields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Square root in field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328333"/>
                  </a:ext>
                </a:extLst>
              </a:tr>
              <a:tr h="689911"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46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powmod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mpyc.gmpy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Modular exponentiation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052223"/>
                  </a:ext>
                </a:extLst>
              </a:tr>
              <a:tr h="391571"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47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_random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Random generator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268398"/>
                  </a:ext>
                </a:extLst>
              </a:tr>
              <a:tr h="391571"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48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_randoms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Batch randomness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341443"/>
                  </a:ext>
                </a:extLst>
              </a:tr>
              <a:tr h="391571"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49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prod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Product computation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478423"/>
                  </a:ext>
                </a:extLst>
              </a:tr>
              <a:tr h="391571"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50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_reshare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Refresh shares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534995"/>
                  </a:ext>
                </a:extLst>
              </a:tr>
              <a:tr h="391571"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51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is_zero_public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Zero check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981854"/>
                  </a:ext>
                </a:extLst>
              </a:tr>
              <a:tr h="391571"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52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eq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mpyc.finfields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Equality check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906044"/>
                  </a:ext>
                </a:extLst>
              </a:tr>
              <a:tr h="391571"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53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int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mpyc.finfields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Convert to integer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01690"/>
                  </a:ext>
                </a:extLst>
              </a:tr>
              <a:tr h="391571"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54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signed_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mpyc.finfields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Signed conversion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428336"/>
                  </a:ext>
                </a:extLst>
              </a:tr>
              <a:tr h="391571"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55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shutdown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 err="1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mpyc.runtime</a:t>
                      </a:r>
                      <a:endParaRPr lang="en-US" err="1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3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Ends MPC session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6153" marR="6153" marT="3077" marB="3077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B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958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9696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/>
              <a:t>Thank You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2349-EF0B-F33D-13F9-8262414616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695BEB-4861-4F57-B47B-7156F618DFD8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E96C45C-DB75-420E-8AF3-E934CE3B8485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0F54F928-5808-4F9A-8810-B3FD2A0264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13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Quotable</vt:lpstr>
      <vt:lpstr>Hanze Project </vt:lpstr>
      <vt:lpstr>Agenda</vt:lpstr>
      <vt:lpstr>MPyC Library</vt:lpstr>
      <vt:lpstr>Our approach</vt:lpstr>
      <vt:lpstr>Simulation involving meter data sharing</vt:lpstr>
      <vt:lpstr>PowerPoint Presentation</vt:lpstr>
      <vt:lpstr>PowerPoint Presentation</vt:lpstr>
      <vt:lpstr>Detailed description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2026-03-25T03:40:22Z</dcterms:created>
  <dcterms:modified xsi:type="dcterms:W3CDTF">2026-03-25T05:33:18Z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